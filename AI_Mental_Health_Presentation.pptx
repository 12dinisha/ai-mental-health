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Mental Health UK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Mental Health Risk Prediction</a:t>
            </a:r>
          </a:p>
          <a:p>
            <a:r>
              <a:t>AIML-4 |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Purpose: Predict 30-day readmission risk</a:t>
            </a:r>
          </a:p>
          <a:p>
            <a:r>
              <a:t>Model: XGBoost + RF + LogReg Ensemble</a:t>
            </a:r>
          </a:p>
          <a:p>
            <a:r>
              <a:t>Team: Dinisha Jain, Mohit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P001: PHQ-9=18, GAD-7=15 → Risk 9.95 (HIGH)</a:t>
            </a:r>
          </a:p>
          <a:p>
            <a:r>
              <a:t>P002: PHQ-9=3, GAD-7=2 → Risk 0.02 (LOW)</a:t>
            </a:r>
          </a:p>
          <a:p>
            <a:r>
              <a:t>P003: PHQ-9=20, GAD-7=18 → Risk 9.96 (HIGH)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Dinisha Jain</a:t>
            </a:r>
          </a:p>
          <a:p>
            <a:r>
              <a:t>Mohit</a:t>
            </a:r>
          </a:p>
          <a:p>
            <a:r>
              <a:t>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