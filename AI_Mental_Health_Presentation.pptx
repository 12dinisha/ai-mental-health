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75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19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520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27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628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154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76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587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5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79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744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230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80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241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3711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474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774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3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495424"/>
            <a:ext cx="8500533" cy="934509"/>
          </a:xfrm>
        </p:spPr>
        <p:txBody>
          <a:bodyPr/>
          <a:lstStyle/>
          <a:p>
            <a:r>
              <a:rPr sz="4800" dirty="0"/>
              <a:t>AI MENTAL HEALTH UK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2457450"/>
            <a:ext cx="6400800" cy="2690284"/>
          </a:xfrm>
        </p:spPr>
        <p:txBody>
          <a:bodyPr>
            <a:normAutofit lnSpcReduction="1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Risk Prediction Model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AIML-4 Demo Walkthrough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2026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Purpose: Predict 30-day readmission risk for mental health patients</a:t>
            </a:r>
          </a:p>
          <a:p>
            <a:pPr>
              <a:defRPr sz="1800"/>
            </a:pPr>
            <a:r>
              <a:t>Model: Ensemble (XGBoost + RF + LogReg)</a:t>
            </a:r>
          </a:p>
          <a:p>
            <a:pPr>
              <a:defRPr sz="1800"/>
            </a:pPr>
            <a:r>
              <a:t>Features: 14 input features</a:t>
            </a:r>
          </a:p>
          <a:p>
            <a:pPr>
              <a:defRPr sz="1800"/>
            </a:pPr>
            <a:r>
              <a:t>Target: F1 &gt; 0.80</a:t>
            </a:r>
          </a:p>
          <a:p>
            <a:pPr>
              <a:defRPr sz="1800"/>
            </a:pPr>
            <a:r>
              <a:t>Data: NHS MHSDS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1: Data Collection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AIML-1: Data Analysis</a:t>
            </a:r>
          </a:p>
          <a:p>
            <a:pPr>
              <a:defRPr sz="1800"/>
            </a:pPr>
            <a:r>
              <a:t>496 patient records analyzed</a:t>
            </a:r>
          </a:p>
          <a:p>
            <a:pPr>
              <a:defRPr sz="1800"/>
            </a:pPr>
            <a:r>
              <a:t>PHQ-9: Mean=12, SD=7</a:t>
            </a:r>
          </a:p>
          <a:p>
            <a:pPr>
              <a:defRPr sz="1800"/>
            </a:pPr>
            <a:r>
              <a:t>GAD-7: Mean=10, SD=6</a:t>
            </a:r>
          </a:p>
          <a:p>
            <a:pPr>
              <a:defRPr sz="1800"/>
            </a:pPr>
            <a:r>
              <a:t>14 features engineered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562186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dirty="0"/>
              <a:t>Week 1: Feature Analysis</a:t>
            </a:r>
          </a:p>
        </p:txBody>
      </p:sp>
      <p:pic>
        <p:nvPicPr>
          <p:cNvPr id="3" name="Picture 2" descr="feature_targe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32" y="1193800"/>
            <a:ext cx="9838267" cy="49445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2: Baseline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AIML-2: Model Development</a:t>
            </a:r>
          </a:p>
          <a:p>
            <a:pPr>
              <a:defRPr sz="1800"/>
            </a:pPr>
            <a:r>
              <a:t>Logistic Regression: F1=0.72, AUC=0.78</a:t>
            </a:r>
          </a:p>
          <a:p>
            <a:pPr>
              <a:defRPr sz="1800"/>
            </a:pPr>
            <a:r>
              <a:t>Random Forest: F1=0.75, AUC=0.80</a:t>
            </a:r>
          </a:p>
          <a:p>
            <a:pPr>
              <a:defRPr sz="1800"/>
            </a:pPr>
            <a:r>
              <a:t>XGBoost: F1=0.78, AUC=0.82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8133" y="497841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dirty="0"/>
              <a:t>Week 2: ROC Curve</a:t>
            </a:r>
          </a:p>
        </p:txBody>
      </p:sp>
      <p:pic>
        <p:nvPicPr>
          <p:cNvPr id="3" name="Picture 2" descr="xgboost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1" y="1031240"/>
            <a:ext cx="9872132" cy="51494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Ensemble +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AIML-2: Ensemble Model</a:t>
            </a:r>
          </a:p>
          <a:p>
            <a:pPr>
              <a:defRPr sz="1800"/>
            </a:pPr>
            <a:r>
              <a:t>Voting Ensemble: XGBoost + RF + LogReg</a:t>
            </a:r>
          </a:p>
          <a:p>
            <a:pPr>
              <a:defRPr sz="1800"/>
            </a:pPr>
            <a:r>
              <a:t>20 Optuna trials</a:t>
            </a:r>
          </a:p>
          <a:p>
            <a:pPr>
              <a:defRPr sz="1800"/>
            </a:pPr>
            <a:r>
              <a:t>Training F1=1.00, AUC=1.00</a:t>
            </a:r>
          </a:p>
          <a:p>
            <a:pPr>
              <a:defRPr sz="1800"/>
            </a:pPr>
            <a:r>
              <a:t>Saved: ensemble_v3.pkl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8934" y="592667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dirty="0"/>
              <a:t>Week 3: Ensemble Comparison</a:t>
            </a:r>
          </a:p>
        </p:txBody>
      </p:sp>
      <p:pic>
        <p:nvPicPr>
          <p:cNvPr id="3" name="Picture 2" descr="ensemb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267" y="1202267"/>
            <a:ext cx="9906000" cy="49614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dirty="0"/>
              <a:t>Week 3: SHAP Analysis</a:t>
            </a:r>
          </a:p>
        </p:txBody>
      </p:sp>
      <p:pic>
        <p:nvPicPr>
          <p:cNvPr id="3" name="Picture 2" descr="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192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4: Model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AIML-1: Validation</a:t>
            </a:r>
          </a:p>
          <a:p>
            <a:pPr>
              <a:defRPr sz="1800"/>
            </a:pPr>
            <a:r>
              <a:t>MHSDS Validation: F1=0.34, AUC=0.51</a:t>
            </a:r>
          </a:p>
          <a:p>
            <a:pPr>
              <a:defRPr sz="1800"/>
            </a:pPr>
            <a:r>
              <a:t>Model Card created</a:t>
            </a:r>
          </a:p>
          <a:p>
            <a:pPr>
              <a:defRPr sz="1800"/>
            </a:pPr>
            <a:r>
              <a:t>Load testing completed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2733" y="833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dirty="0"/>
              <a:t>Week 4: Bias Audit</a:t>
            </a:r>
          </a:p>
        </p:txBody>
      </p:sp>
      <p:pic>
        <p:nvPicPr>
          <p:cNvPr id="3" name="Picture 2" descr="bias_audit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150533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AIML-4: 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Run: python Week 4/demo_notebook.py</a:t>
            </a:r>
          </a:p>
          <a:p>
            <a:pPr>
              <a:defRPr sz="1800"/>
            </a:pPr>
            <a:r>
              <a:t>P001: PHQ-9=18, GAD-7=15 → Risk 9.95 (HIGH)</a:t>
            </a:r>
          </a:p>
          <a:p>
            <a:pPr>
              <a:defRPr sz="1800"/>
            </a:pPr>
            <a:r>
              <a:t>P002: PHQ-9=3, GAD-7=2 → Risk 0.02 (LOW)</a:t>
            </a:r>
          </a:p>
          <a:p>
            <a:pPr>
              <a:defRPr sz="1800"/>
            </a:pPr>
            <a:r>
              <a:t>P003: PHQ-9=20, GAD-7=18 → Risk 9.96 (HIGH)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clinically validated</a:t>
            </a:r>
          </a:p>
          <a:p>
            <a:r>
              <a:t>Trained on synthetic data</a:t>
            </a:r>
          </a:p>
          <a:p>
            <a:r>
              <a:t>Validation metrics need improvement</a:t>
            </a:r>
          </a:p>
          <a:p>
            <a:r>
              <a:t>NHS approval pending</a:t>
            </a:r>
          </a:p>
          <a:p>
            <a:r>
              <a:t>NOT clinical replacement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683808"/>
            <a:ext cx="7772400" cy="1470025"/>
          </a:xfrm>
        </p:spPr>
        <p:txBody>
          <a:bodyPr/>
          <a:lstStyle/>
          <a:p>
            <a:r>
              <a:rPr dirty="0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9399" y="3530600"/>
            <a:ext cx="6400800" cy="17526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Dinisha Jain</a:t>
            </a:r>
          </a:p>
          <a:p>
            <a:r>
              <a:rPr dirty="0"/>
              <a:t>Mohit</a:t>
            </a:r>
          </a:p>
          <a:p>
            <a:r>
              <a:rPr dirty="0"/>
              <a:t>May 2026</a:t>
            </a:r>
          </a:p>
          <a:p>
            <a:endParaRPr dirty="0"/>
          </a:p>
          <a:p>
            <a:r>
              <a:rPr dirty="0"/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</TotalTime>
  <Words>280</Words>
  <Application>Microsoft Office PowerPoint</Application>
  <PresentationFormat>Widescreen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Garamond</vt:lpstr>
      <vt:lpstr>Times New Roman</vt:lpstr>
      <vt:lpstr>Organic</vt:lpstr>
      <vt:lpstr>AI MENTAL HEALTH UK</vt:lpstr>
      <vt:lpstr>Project Overview</vt:lpstr>
      <vt:lpstr>Week 1: Data Collection &amp; EDA</vt:lpstr>
      <vt:lpstr>PowerPoint Presentation</vt:lpstr>
      <vt:lpstr>Week 2: Baseline Models</vt:lpstr>
      <vt:lpstr>PowerPoint Presentation</vt:lpstr>
      <vt:lpstr>Week 3: Ensemble + Tuning</vt:lpstr>
      <vt:lpstr>PowerPoint Presentation</vt:lpstr>
      <vt:lpstr>PowerPoint Presentation</vt:lpstr>
      <vt:lpstr>Week 4: Model Validation</vt:lpstr>
      <vt:lpstr>PowerPoint Presentation</vt:lpstr>
      <vt:lpstr>AIML-4: Live Demo</vt:lpstr>
      <vt:lpstr>Limitations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Dinisha Jain</cp:lastModifiedBy>
  <cp:revision>3</cp:revision>
  <dcterms:created xsi:type="dcterms:W3CDTF">2013-01-27T09:14:16Z</dcterms:created>
  <dcterms:modified xsi:type="dcterms:W3CDTF">2026-05-27T16:24:00Z</dcterms:modified>
  <cp:category/>
</cp:coreProperties>
</file>